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-111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Project Assignment: Retail Sales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2502" y="2881423"/>
            <a:ext cx="7304568" cy="3244739"/>
          </a:xfrm>
        </p:spPr>
        <p:txBody>
          <a:bodyPr/>
          <a:lstStyle/>
          <a:p>
            <a:pPr marL="0" indent="0" algn="ctr">
              <a:buNone/>
            </a:pPr>
            <a:r>
              <a:rPr dirty="0"/>
              <a:t>Analysis of customer behavior, revenue patterns, and product performance.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6" y="2892056"/>
            <a:ext cx="6935776" cy="3234107"/>
          </a:xfrm>
        </p:spPr>
        <p:txBody>
          <a:bodyPr/>
          <a:lstStyle/>
          <a:p>
            <a:pPr marL="0" indent="0" algn="ctr">
              <a:buNone/>
            </a:pPr>
            <a:r>
              <a:rPr dirty="0"/>
              <a:t>To analyze sales data and identify key insights for business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mtClean="0"/>
              <a:t>Females </a:t>
            </a:r>
            <a:r>
              <a:t>generate the highest revenue</a:t>
            </a:r>
          </a:p>
          <a:p>
            <a:r>
              <a:rPr smtClean="0"/>
              <a:t>Target </a:t>
            </a:r>
            <a:r>
              <a:t>customers are around 40 years old</a:t>
            </a:r>
          </a:p>
          <a:p>
            <a:r>
              <a:rPr smtClean="0"/>
              <a:t> </a:t>
            </a:r>
            <a:r>
              <a:t>Beauty products generate highest revenue</a:t>
            </a:r>
          </a:p>
          <a:p>
            <a:r>
              <a:rPr smtClean="0"/>
              <a:t> </a:t>
            </a:r>
            <a:r>
              <a:t>Clothing is the most sold category</a:t>
            </a:r>
          </a:p>
          <a:p>
            <a:r>
              <a:rPr smtClean="0"/>
              <a:t> </a:t>
            </a:r>
            <a:r>
              <a:t>Electronics have higher pricing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Female customers contribute significantly to total revenue.</a:t>
            </a:r>
          </a:p>
          <a:p>
            <a:r>
              <a:t>Marketing strategies should focus more on female audience.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 Group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Customers around age 40 are the most valuable.</a:t>
            </a:r>
          </a:p>
          <a:p>
            <a:r>
              <a:t>Targeted campaigns should focus on this segment.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Category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Beauty category generates highest revenue.</a:t>
            </a:r>
          </a:p>
          <a:p>
            <a:r>
              <a:t>Clothing category has highest sales volume.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Electronics products are higher priced compared to other categories.</a:t>
            </a:r>
          </a:p>
          <a:p>
            <a:r>
              <a:t>Premium pricing strategy is observed.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mtClean="0"/>
              <a:t> </a:t>
            </a:r>
            <a:r>
              <a:t>Focus marketing on female customers</a:t>
            </a:r>
          </a:p>
          <a:p>
            <a:r>
              <a:rPr smtClean="0"/>
              <a:t> </a:t>
            </a:r>
            <a:r>
              <a:t>Target 40-year age group</a:t>
            </a:r>
          </a:p>
          <a:p>
            <a:r>
              <a:rPr smtClean="0"/>
              <a:t>Increase </a:t>
            </a:r>
            <a:r>
              <a:t>inventory of clothing</a:t>
            </a:r>
          </a:p>
          <a:p>
            <a:r>
              <a:rPr smtClean="0"/>
              <a:t> </a:t>
            </a:r>
            <a:r>
              <a:t>Promote beauty products</a:t>
            </a:r>
          </a:p>
          <a:p>
            <a:r>
              <a:rPr smtClean="0"/>
              <a:t> </a:t>
            </a:r>
            <a:r>
              <a:t>Review pricing strategy for electronics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dataset reveals clear customer and product trends that can drive revenue growth.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8</TotalTime>
  <Words>178</Words>
  <Application>Microsoft Office PowerPoint</Application>
  <PresentationFormat>On-screen Show (4:3)</PresentationFormat>
  <Paragraphs>30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Flow</vt:lpstr>
      <vt:lpstr>Project Assignment: Retail Sales Analysis</vt:lpstr>
      <vt:lpstr>Objective</vt:lpstr>
      <vt:lpstr>Key Insights</vt:lpstr>
      <vt:lpstr>Customer Analysis</vt:lpstr>
      <vt:lpstr>Age Group Analysis</vt:lpstr>
      <vt:lpstr>Product Category Insights</vt:lpstr>
      <vt:lpstr>Pricing Analysis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Assignment: Retail Sales Analysis</dc:title>
  <dc:subject/>
  <dc:creator/>
  <cp:keywords/>
  <dc:description>generated using python-pptx</dc:description>
  <cp:lastModifiedBy>Windows User</cp:lastModifiedBy>
  <cp:revision>5</cp:revision>
  <dcterms:created xsi:type="dcterms:W3CDTF">2013-01-27T09:14:16Z</dcterms:created>
  <dcterms:modified xsi:type="dcterms:W3CDTF">2026-06-15T02:01:34Z</dcterms:modified>
  <cp:category/>
</cp:coreProperties>
</file>